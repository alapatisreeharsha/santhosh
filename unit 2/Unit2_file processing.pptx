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2" Type="http://schemas.openxmlformats.org/officeDocument/2006/relationships/slide" Target="slides/slide9.xml"/><Relationship Id="rId9" Type="http://schemas.openxmlformats.org/officeDocument/2006/relationships/slide" Target="slides/slide6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039C-0456-4D6D-97E2-A0EF3E952637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1A9-9C9A-4751-850D-5367685D6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8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039C-0456-4D6D-97E2-A0EF3E952637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1A9-9C9A-4751-850D-5367685D6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81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039C-0456-4D6D-97E2-A0EF3E952637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1A9-9C9A-4751-850D-5367685D6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8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039C-0456-4D6D-97E2-A0EF3E952637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1A9-9C9A-4751-850D-5367685D6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32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039C-0456-4D6D-97E2-A0EF3E952637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1A9-9C9A-4751-850D-5367685D6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8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039C-0456-4D6D-97E2-A0EF3E952637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1A9-9C9A-4751-850D-5367685D6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84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039C-0456-4D6D-97E2-A0EF3E952637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1A9-9C9A-4751-850D-5367685D6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62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039C-0456-4D6D-97E2-A0EF3E952637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1A9-9C9A-4751-850D-5367685D6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9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039C-0456-4D6D-97E2-A0EF3E952637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1A9-9C9A-4751-850D-5367685D6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0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039C-0456-4D6D-97E2-A0EF3E952637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1A9-9C9A-4751-850D-5367685D6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43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039C-0456-4D6D-97E2-A0EF3E952637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C91A9-9C9A-4751-850D-5367685D6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7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5039C-0456-4D6D-97E2-A0EF3E952637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C91A9-9C9A-4751-850D-5367685D6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52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python3/index.ht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269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42" y="224589"/>
            <a:ext cx="11032958" cy="595237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too supports file handling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allows users to handle files i.e., to read and write files,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treats files as text or binary.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line of a file is terminated with a special character, called the EOL or End of Line characters like comma {,} or newline character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we have to open that file.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open(filename, mode)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following mode is supported: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r: open an existing file for a read operation.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w: open an existing file for a write operation.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if the file is not present then it creates the file as well.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a:  open an existing file for append operation.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r+:  To read and write data into the file.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The previous data in the file will be overridden.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w+: To write and read data. It will override existing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a+: To append and read data from the file. It won’t override existing data.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794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65532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= open('geek.txt', 'r')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This will print every line one by one in the file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in file: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 (each)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need to extract a string that contains all characters in the file then we can use </a:t>
            </a:r>
            <a:r>
              <a:rPr lang="en-U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file.read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= open("file.txt", "r")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file.read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first five characters of stored data and return it as a string: 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= open("file.txt", "r")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(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file.read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(5))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see how to create a file and how to write mode works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= open('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geek.txt','w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file.write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("This is the write command")</a:t>
            </a:r>
          </a:p>
          <a:p>
            <a:pPr marL="0" indent="0">
              <a:buNone/>
            </a:pP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file.write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("It allows us to write in a particular file")</a:t>
            </a:r>
          </a:p>
          <a:p>
            <a:pPr marL="0" indent="0">
              <a:buNone/>
            </a:pP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file.close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52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0632"/>
            <a:ext cx="10515600" cy="593633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Python code to illustrate append() mode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= open('geek.txt', 'a')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file.write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("This will add this line")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file.close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'with' , this method any files opened will be closed automatically after one is done, so auto-cleanup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Python code to illustrate with()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open("file.txt") as file: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file.read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do something with data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open("file.txt", "w") as f: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f.write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 World!!!")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f.seek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print(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f.read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5369" y="4081913"/>
            <a:ext cx="5293894" cy="206825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Python code to illustrate split() function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open("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file.text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"r") as file:</a:t>
            </a:r>
          </a:p>
          <a:p>
            <a:pPr>
              <a:lnSpc>
                <a:spcPct val="107000"/>
              </a:lnSpc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data =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file.readlines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for line in data:</a:t>
            </a:r>
          </a:p>
          <a:p>
            <a:pPr>
              <a:lnSpc>
                <a:spcPct val="107000"/>
              </a:lnSpc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word =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line.split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print (word)</a:t>
            </a:r>
          </a:p>
        </p:txBody>
      </p:sp>
    </p:spTree>
    <p:extLst>
      <p:ext uri="{BB962C8B-B14F-4D97-AF65-F5344CB8AC3E}">
        <p14:creationId xmlns:p14="http://schemas.microsoft.com/office/powerpoint/2010/main" val="1657818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558" y="205372"/>
            <a:ext cx="5321967" cy="6307723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create_file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(filename):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try: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with open(filename, 'w') as f: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f.write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('Hello, world!\n')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print("File " + filename + " created successfully.")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except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IOError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print("Error: could not create file " + filename) </a:t>
            </a:r>
          </a:p>
          <a:p>
            <a:pPr marL="0" indent="0">
              <a:buNone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read_file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(filename):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try: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with open(filename, 'r') as f: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contents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f.read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print(contents)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except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IOError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print("Error: could not read file " + filename) 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534525" y="266078"/>
            <a:ext cx="6384759" cy="61863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append_file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(filename, text):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try: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with open(filename, 'a') as f: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f.write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(text)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print("Text appended to file " + filename + " successfully.")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except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IOError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print("Error: could not append to file " + filename)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rename_file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(filename,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new_filename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try: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os.rename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(filename,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new_filename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print("File " + filename + " renamed to "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new_filename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successfully.")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except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IOError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print("Error: could not rename file " + filename)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delete_file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(filename):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try: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os.remove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(filename)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print("File " + filename + " deleted successfully.")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except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IOError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print("Error: could not delete file " + filename)</a:t>
            </a:r>
          </a:p>
        </p:txBody>
      </p:sp>
    </p:spTree>
    <p:extLst>
      <p:ext uri="{BB962C8B-B14F-4D97-AF65-F5344CB8AC3E}">
        <p14:creationId xmlns:p14="http://schemas.microsoft.com/office/powerpoint/2010/main" val="1765256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2792"/>
          </a:xfrm>
        </p:spPr>
        <p:txBody>
          <a:bodyPr>
            <a:normAutofit fontScale="90000"/>
          </a:bodyPr>
          <a:lstStyle/>
          <a:p>
            <a:r>
              <a:rPr lang="en-US" dirty="0"/>
              <a:t>seek()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77918"/>
            <a:ext cx="10515600" cy="5499045"/>
          </a:xfrm>
        </p:spPr>
        <p:txBody>
          <a:bodyPr>
            <a:normAutofit fontScale="70000" lnSpcReduction="20000"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Python, seek() function is used to change the position of the File Handle to a given specific position. File handle is like a cursor, which defines from where the data has to be read or written in the file.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Syntax: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f.seek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(offset,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from_what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where f is file pointer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Offset: Number of positions to move forward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from_what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defines point of reference.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Returns: Return the new absolute position.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the current file position to 4, (from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beggining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return the rest of the line: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open(“kk.txt", "r")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f.seek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f.seek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(4,0)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f.read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the current file position to 4, from end, and return the rest of the line: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open(“kk.txt", "r")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f.seek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(-4,2)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f.read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381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'__main__':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filename = "example.txt"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new_filename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"new_example.txt"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create_file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(filename)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read_file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(filename)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append_file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(filename, "This is some additional text.\n")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read_file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(filename)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rename_file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(filename,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new_filename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read_file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new_filename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delete_file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new_filenam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28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through the google class </a:t>
            </a:r>
            <a:r>
              <a:rPr lang="en-US" dirty="0" err="1"/>
              <a:t>roomcheck</a:t>
            </a:r>
            <a:r>
              <a:rPr lang="en-US" dirty="0"/>
              <a:t> this also: </a:t>
            </a:r>
            <a:r>
              <a:rPr lang="en-US" dirty="0">
                <a:hlinkClick r:id="rId2"/>
              </a:rPr>
              <a:t>https://www.tutorialspoint.com/python3/index.htm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64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03859" y="2967335"/>
            <a:ext cx="41842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Any Query???</a:t>
            </a:r>
          </a:p>
        </p:txBody>
      </p:sp>
    </p:spTree>
    <p:extLst>
      <p:ext uri="{BB962C8B-B14F-4D97-AF65-F5344CB8AC3E}">
        <p14:creationId xmlns:p14="http://schemas.microsoft.com/office/powerpoint/2010/main" val="1091573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