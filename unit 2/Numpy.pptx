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e5b5f0f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e5b5f0f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e5b5f0ff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e5b5f0ff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e5b5f0ff1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e5b5f0ff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e5b5f0ff1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2e5b5f0ff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e5b5f0ff1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e5b5f0ff1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e5b5f0ff1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e5b5f0ff1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e5b5f0ff1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e5b5f0ff1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e5b5f0ff1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2e5b5f0ff1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e5b5f0ff1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e5b5f0ff1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e5b5f0ff1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2e5b5f0ff1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e5b5f0ff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e5b5f0ff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e5b5f0ff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e5b5f0ff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e5b5f0ff1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e5b5f0ff1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e5b5f0ff1_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e5b5f0ff1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e5b5f0ff1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e5b5f0ff1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e5b5f0ff1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e5b5f0ff1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e5b5f0ff1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e5b5f0ff1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e5b5f0ff1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2e5b5f0ff1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983d2b78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2983d2b78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983d2b78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2983d2b78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983d2b78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2983d2b78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983d2b78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983d2b78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983d2b78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2983d2b78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983d2b78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2983d2b78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983d2b78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2983d2b78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983d2b78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2983d2b78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983d2b78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2983d2b78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983d2b78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2983d2b78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983d2b78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2983d2b78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983d2b78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2983d2b78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2983d2b78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2983d2b78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983d2b78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2983d2b78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2983d2b78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2983d2b78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983d2b78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2983d2b78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983d2b78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2983d2b78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2983d2b78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2983d2b78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2983d2b78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2983d2b78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2983d2b787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2983d2b78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2983d2b78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2983d2b78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2983d2b78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2983d2b78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2983d2b78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2983d2b78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2983d2b787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2983d2b78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2983d2b787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2983d2b787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65.png"/><Relationship Id="rId6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54.png"/><Relationship Id="rId5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0.png"/><Relationship Id="rId4" Type="http://schemas.openxmlformats.org/officeDocument/2006/relationships/image" Target="../media/image5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1.png"/><Relationship Id="rId4" Type="http://schemas.openxmlformats.org/officeDocument/2006/relationships/image" Target="../media/image55.png"/><Relationship Id="rId5" Type="http://schemas.openxmlformats.org/officeDocument/2006/relationships/image" Target="../media/image6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9.png"/><Relationship Id="rId4" Type="http://schemas.openxmlformats.org/officeDocument/2006/relationships/image" Target="../media/image56.png"/><Relationship Id="rId5" Type="http://schemas.openxmlformats.org/officeDocument/2006/relationships/image" Target="../media/image6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2.png"/><Relationship Id="rId4" Type="http://schemas.openxmlformats.org/officeDocument/2006/relationships/image" Target="../media/image6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6.png"/><Relationship Id="rId4" Type="http://schemas.openxmlformats.org/officeDocument/2006/relationships/image" Target="../media/image7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3.png"/><Relationship Id="rId4" Type="http://schemas.openxmlformats.org/officeDocument/2006/relationships/image" Target="../media/image6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9.png"/><Relationship Id="rId4" Type="http://schemas.openxmlformats.org/officeDocument/2006/relationships/image" Target="../media/image7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7.png"/><Relationship Id="rId4" Type="http://schemas.openxmlformats.org/officeDocument/2006/relationships/image" Target="../media/image7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0.png"/><Relationship Id="rId4" Type="http://schemas.openxmlformats.org/officeDocument/2006/relationships/image" Target="../media/image75.png"/><Relationship Id="rId5" Type="http://schemas.openxmlformats.org/officeDocument/2006/relationships/image" Target="../media/image7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Numpy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Udaya Kumar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0051"/>
            <a:ext cx="9143999" cy="4603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20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00" y="2136325"/>
            <a:ext cx="527685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7479858" cy="17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8150" y="907475"/>
            <a:ext cx="3365851" cy="2476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350" y="3712825"/>
            <a:ext cx="8782050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8747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5281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511999" cy="227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77200"/>
            <a:ext cx="5112539" cy="241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3925" y="272223"/>
            <a:ext cx="3510100" cy="15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62593" y="2424809"/>
            <a:ext cx="3510100" cy="1544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323875" cy="30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1612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17357"/>
            <a:ext cx="8839199" cy="1429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6325" y="3499000"/>
            <a:ext cx="5976374" cy="135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9223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552950" cy="301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750" y="152400"/>
            <a:ext cx="4133851" cy="243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382775"/>
            <a:ext cx="4273748" cy="167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1450" y="3591050"/>
            <a:ext cx="3788150" cy="7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81875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91525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933700"/>
            <a:ext cx="781050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828275" cy="38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116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468288"/>
            <a:ext cx="8839201" cy="1450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071124"/>
            <a:ext cx="8839203" cy="1078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030123"/>
            <a:ext cx="9143998" cy="1196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3530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38450"/>
            <a:ext cx="54292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8585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64845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47775"/>
            <a:ext cx="8839198" cy="2765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7675" y="4012775"/>
            <a:ext cx="4518681" cy="115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9243" y="4383546"/>
            <a:ext cx="3124749" cy="413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438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95350"/>
            <a:ext cx="8839201" cy="2368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850" y="3416025"/>
            <a:ext cx="5699690" cy="16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6007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62075"/>
            <a:ext cx="58959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543175"/>
            <a:ext cx="8839200" cy="1314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550" y="3933813"/>
            <a:ext cx="872490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411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16288"/>
            <a:ext cx="8839200" cy="1632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1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8" y="1376363"/>
            <a:ext cx="8658225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append()</a:t>
            </a:r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898" y="1785198"/>
            <a:ext cx="7468475" cy="19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delete()</a:t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00" y="1489574"/>
            <a:ext cx="9144001" cy="3526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concatenate()</a:t>
            </a:r>
            <a:endParaRPr/>
          </a:p>
        </p:txBody>
      </p:sp>
      <p:sp>
        <p:nvSpPr>
          <p:cNvPr id="214" name="Google Shape;21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863" y="1662113"/>
            <a:ext cx="677227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concatenate()</a:t>
            </a:r>
            <a:endParaRPr/>
          </a:p>
        </p:txBody>
      </p:sp>
      <p:sp>
        <p:nvSpPr>
          <p:cNvPr id="221" name="Google Shape;22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9722"/>
            <a:ext cx="9144000" cy="294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1190625"/>
            <a:ext cx="80200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88" y="1576388"/>
            <a:ext cx="6829425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088" y="1243013"/>
            <a:ext cx="8505825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0175" y="1852613"/>
            <a:ext cx="664845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450" y="1359800"/>
            <a:ext cx="50673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398" y="2948698"/>
            <a:ext cx="5176650" cy="16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863" y="1576388"/>
            <a:ext cx="8296275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800" y="1550299"/>
            <a:ext cx="7486551" cy="12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898" y="3079375"/>
            <a:ext cx="7431341" cy="7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025" y="3930688"/>
            <a:ext cx="548640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515" y="2307948"/>
            <a:ext cx="7463460" cy="13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025" y="1688813"/>
            <a:ext cx="741045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2147" y="3510097"/>
            <a:ext cx="4944100" cy="11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038" y="1152463"/>
            <a:ext cx="757237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425" y="3606838"/>
            <a:ext cx="762000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00" y="1985963"/>
            <a:ext cx="784860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300" y="1289118"/>
            <a:ext cx="9144000" cy="181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9475" y="2996813"/>
            <a:ext cx="889635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57119"/>
            <a:ext cx="9143999" cy="1629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100" y="3173913"/>
            <a:ext cx="737235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39188"/>
            <a:ext cx="9143998" cy="1514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407002"/>
            <a:ext cx="9144001" cy="147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75" y="1246026"/>
            <a:ext cx="7048801" cy="241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925" y="3658223"/>
            <a:ext cx="6579575" cy="7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1394"/>
            <a:ext cx="9143999" cy="476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188" y="1308213"/>
            <a:ext cx="74961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713" y="3064225"/>
            <a:ext cx="585787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138" y="4035775"/>
            <a:ext cx="6677025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2000250"/>
            <a:ext cx="6858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