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FDCC1-F085-4353-ADE2-737DCEA88DAC}" type="datetimeFigureOut">
              <a:rPr lang="en-IN" smtClean="0"/>
              <a:t>08-02-2024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65EAA-249E-4846-B231-561600C865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23666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FDCC1-F085-4353-ADE2-737DCEA88DAC}" type="datetimeFigureOut">
              <a:rPr lang="en-IN" smtClean="0"/>
              <a:t>08-02-2024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65EAA-249E-4846-B231-561600C865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22371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FDCC1-F085-4353-ADE2-737DCEA88DAC}" type="datetimeFigureOut">
              <a:rPr lang="en-IN" smtClean="0"/>
              <a:t>08-02-2024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65EAA-249E-4846-B231-561600C865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86662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FDCC1-F085-4353-ADE2-737DCEA88DAC}" type="datetimeFigureOut">
              <a:rPr lang="en-IN" smtClean="0"/>
              <a:t>08-02-2024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65EAA-249E-4846-B231-561600C865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90961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FDCC1-F085-4353-ADE2-737DCEA88DAC}" type="datetimeFigureOut">
              <a:rPr lang="en-IN" smtClean="0"/>
              <a:t>08-02-2024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65EAA-249E-4846-B231-561600C865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66913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FDCC1-F085-4353-ADE2-737DCEA88DAC}" type="datetimeFigureOut">
              <a:rPr lang="en-IN" smtClean="0"/>
              <a:t>08-02-2024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65EAA-249E-4846-B231-561600C865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90983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FDCC1-F085-4353-ADE2-737DCEA88DAC}" type="datetimeFigureOut">
              <a:rPr lang="en-IN" smtClean="0"/>
              <a:t>08-02-2024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65EAA-249E-4846-B231-561600C865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27508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FDCC1-F085-4353-ADE2-737DCEA88DAC}" type="datetimeFigureOut">
              <a:rPr lang="en-IN" smtClean="0"/>
              <a:t>08-02-2024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65EAA-249E-4846-B231-561600C865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67365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FDCC1-F085-4353-ADE2-737DCEA88DAC}" type="datetimeFigureOut">
              <a:rPr lang="en-IN" smtClean="0"/>
              <a:t>08-02-2024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65EAA-249E-4846-B231-561600C865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36754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FDCC1-F085-4353-ADE2-737DCEA88DAC}" type="datetimeFigureOut">
              <a:rPr lang="en-IN" smtClean="0"/>
              <a:t>08-02-2024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65EAA-249E-4846-B231-561600C865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62241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FDCC1-F085-4353-ADE2-737DCEA88DAC}" type="datetimeFigureOut">
              <a:rPr lang="en-IN" smtClean="0"/>
              <a:t>08-02-2024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65EAA-249E-4846-B231-561600C865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76725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FDCC1-F085-4353-ADE2-737DCEA88DAC}" type="datetimeFigureOut">
              <a:rPr lang="en-IN" smtClean="0"/>
              <a:t>08-02-2024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65EAA-249E-4846-B231-561600C8654B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727585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FDCC1-F085-4353-ADE2-737DCEA88DAC}" type="datetimeFigureOut">
              <a:rPr lang="en-IN" smtClean="0"/>
              <a:t>08-02-2024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65EAA-249E-4846-B231-561600C865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119565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FDCC1-F085-4353-ADE2-737DCEA88DAC}" type="datetimeFigureOut">
              <a:rPr lang="en-IN" smtClean="0"/>
              <a:t>08-02-2024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65EAA-249E-4846-B231-561600C865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1990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FDCC1-F085-4353-ADE2-737DCEA88DAC}" type="datetimeFigureOut">
              <a:rPr lang="en-IN" smtClean="0"/>
              <a:t>08-02-2024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65EAA-249E-4846-B231-561600C865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26438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FDCC1-F085-4353-ADE2-737DCEA88DAC}" type="datetimeFigureOut">
              <a:rPr lang="en-IN" smtClean="0"/>
              <a:t>08-02-2024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65EAA-249E-4846-B231-561600C865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309256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FDCC1-F085-4353-ADE2-737DCEA88DAC}" type="datetimeFigureOut">
              <a:rPr lang="en-IN" smtClean="0"/>
              <a:t>08-02-2024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65EAA-249E-4846-B231-561600C865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33391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F78FDCC1-F085-4353-ADE2-737DCEA88DAC}" type="datetimeFigureOut">
              <a:rPr lang="en-IN" smtClean="0"/>
              <a:t>08-02-2024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465EAA-249E-4846-B231-561600C865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377440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  <p:sldLayoutId id="2147483713" r:id="rId12"/>
    <p:sldLayoutId id="2147483714" r:id="rId13"/>
    <p:sldLayoutId id="2147483715" r:id="rId14"/>
    <p:sldLayoutId id="2147483716" r:id="rId15"/>
    <p:sldLayoutId id="2147483717" r:id="rId16"/>
    <p:sldLayoutId id="2147483718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065A072-6282-B15A-1526-76ED97A142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2DA4B95B-9531-273A-E675-81488821E9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15617" y="404881"/>
            <a:ext cx="11158331" cy="6127749"/>
          </a:xfrm>
        </p:spPr>
      </p:pic>
    </p:spTree>
    <p:extLst>
      <p:ext uri="{BB962C8B-B14F-4D97-AF65-F5344CB8AC3E}">
        <p14:creationId xmlns:p14="http://schemas.microsoft.com/office/powerpoint/2010/main" val="12876439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69964-8667-7236-75BD-B7DB0EE393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C513D23-1212-3234-00EA-C3C61ABC8E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365125"/>
            <a:ext cx="10515600" cy="6127750"/>
          </a:xfrm>
        </p:spPr>
      </p:pic>
    </p:spTree>
    <p:extLst>
      <p:ext uri="{BB962C8B-B14F-4D97-AF65-F5344CB8AC3E}">
        <p14:creationId xmlns:p14="http://schemas.microsoft.com/office/powerpoint/2010/main" val="25092831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3AB6D9-0126-9C3C-D871-6519F0454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01E2F66-403B-5204-6513-9FF3105B34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9113" y="365125"/>
            <a:ext cx="11131826" cy="6127750"/>
          </a:xfrm>
        </p:spPr>
      </p:pic>
    </p:spTree>
    <p:extLst>
      <p:ext uri="{BB962C8B-B14F-4D97-AF65-F5344CB8AC3E}">
        <p14:creationId xmlns:p14="http://schemas.microsoft.com/office/powerpoint/2010/main" val="3273710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A1AF89-ABA4-108B-4624-BA191E57E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D024138-A59F-7708-0139-A57EB7DDEB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365124"/>
            <a:ext cx="10704443" cy="6022423"/>
          </a:xfrm>
        </p:spPr>
      </p:pic>
    </p:spTree>
    <p:extLst>
      <p:ext uri="{BB962C8B-B14F-4D97-AF65-F5344CB8AC3E}">
        <p14:creationId xmlns:p14="http://schemas.microsoft.com/office/powerpoint/2010/main" val="28068265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DF239D6-65D1-DABE-2030-52AAA8E60A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165" y="291549"/>
            <a:ext cx="10336695" cy="6374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45796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448F677-67F1-6D9D-9B7C-DEC17A9A8F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104" y="304800"/>
            <a:ext cx="10522225" cy="6042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17932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EDBEDA4-DD3E-3FAE-3D22-5AA6F941B5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608" y="294861"/>
            <a:ext cx="11224591" cy="6268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90024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A34194F-0973-DA76-4C00-93B7B6EF30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852" y="371061"/>
            <a:ext cx="10919791" cy="5989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74306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4397ABB-867E-2756-329A-C878A6058A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896" y="437323"/>
            <a:ext cx="10787269" cy="5870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29494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DF26BA1-B4E2-2E47-5E2A-FAAA3B8DF3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3426" y="543338"/>
            <a:ext cx="10363200" cy="5738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57358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4C4792B-9BC0-3A95-C709-187554F06C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643" y="437323"/>
            <a:ext cx="10455966" cy="6056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01054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2E8D437-2E89-00D1-E295-2F6CAAF3A3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870" y="225287"/>
            <a:ext cx="10760765" cy="6387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33141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D2C1699-0DDA-8A4F-9C44-6E40585585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390" y="636104"/>
            <a:ext cx="10601739" cy="5777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2311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6348AC4-70E1-742B-C874-9505B105B5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22" y="662609"/>
            <a:ext cx="10111407" cy="579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55983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187A4DE-A4B2-25D4-4071-7D512EEF05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870" y="331302"/>
            <a:ext cx="10853530" cy="6122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69060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0F7CA45-5984-6E25-5CCF-88ADF01B7B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339" y="318052"/>
            <a:ext cx="10681252" cy="6215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68262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4752F4C-870C-0E8C-CF1C-10FB03337C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617" y="424071"/>
            <a:ext cx="10787270" cy="5923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96894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4C75DE8-EACB-B498-2124-11D6BE0FFC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609" y="543339"/>
            <a:ext cx="10628243" cy="5936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23272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2D6BB52-AAF1-39E4-A71E-2823CB79D2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652" y="159026"/>
            <a:ext cx="10310191" cy="6334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34299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76CD72-1A7F-9CEB-D3D5-CEB577E700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78" y="437322"/>
            <a:ext cx="10018644" cy="5870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34786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83F11DD-A873-330F-1970-DD6387D4E7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896" y="503584"/>
            <a:ext cx="10257182" cy="5579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69894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A9681FC-0130-E33D-448C-B785AB472E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391" y="384313"/>
            <a:ext cx="10482470" cy="6082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09804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2AE80CF-64D0-BD80-5BC4-1E2C5F0FF1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061" y="161925"/>
            <a:ext cx="10827026" cy="32670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2EBF6AD-5F51-0F54-E0F1-1A9767AC64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061" y="3538745"/>
            <a:ext cx="10933042" cy="3157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43523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9A2CC90-C718-51AF-6D4E-BBE11B17DB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9443" y="198783"/>
            <a:ext cx="9833114" cy="248851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3B130-F390-2F12-B2D5-882EA894FB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9443" y="2917756"/>
            <a:ext cx="9833114" cy="3381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961124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C26EC1A-06E9-EF3F-BCD0-9B546F42CB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383" y="410817"/>
            <a:ext cx="10548730" cy="5738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917194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9E8E483-8DA8-32A4-A49A-EEBBA100CB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1149" y="450574"/>
            <a:ext cx="10721008" cy="6069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210362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2452902-090F-288B-268A-081014A39A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895" y="327991"/>
            <a:ext cx="10641496" cy="6202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159376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B264317-6D5B-2FA7-E727-7F9F123FDA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183" y="662608"/>
            <a:ext cx="10204173" cy="5552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252612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B49BE10-0259-A674-6FCE-10F87EE9D5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2452" y="239573"/>
            <a:ext cx="10177669" cy="6214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395094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4EEE7D6-C43A-EBAB-E094-CD4D491EB7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8713" y="463826"/>
            <a:ext cx="9727096" cy="5777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576757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C0FDDAA-7AB8-9672-B8B8-703A29BED7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896" y="291548"/>
            <a:ext cx="10389704" cy="5632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49472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C317764-D0E4-CDA5-3C06-BF1C17607B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096" y="238539"/>
            <a:ext cx="10933043" cy="5963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675480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A2F2B87-D089-FB54-8C43-5E0EC8302C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870" y="225287"/>
            <a:ext cx="10614991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241191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8786052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5983100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4253909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893764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482659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1724</TotalTime>
  <Words>1</Words>
  <Application>Microsoft Office PowerPoint</Application>
  <PresentationFormat>Widescreen</PresentationFormat>
  <Paragraphs>1</Paragraphs>
  <Slides>38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1" baseType="lpstr">
      <vt:lpstr>Century Gothic</vt:lpstr>
      <vt:lpstr>Wingdings 3</vt:lpstr>
      <vt:lpstr>Ion</vt:lpstr>
      <vt:lpstr>PowerPoint Presentation</vt:lpstr>
      <vt:lpstr>PowerPoint Presentation</vt:lpstr>
      <vt:lpstr>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sri lakshmi</dc:creator>
  <cp:lastModifiedBy>sri lakshmi</cp:lastModifiedBy>
  <cp:revision>22</cp:revision>
  <dcterms:created xsi:type="dcterms:W3CDTF">2024-02-02T16:06:41Z</dcterms:created>
  <dcterms:modified xsi:type="dcterms:W3CDTF">2024-02-08T16:59:40Z</dcterms:modified>
</cp:coreProperties>
</file>